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8" d="100"/>
          <a:sy n="68" d="100"/>
        </p:scale>
        <p:origin x="1262" y="4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DF62C-DC51-414D-97B1-CB4F56215FC9}" type="datetimeFigureOut">
              <a:rPr lang="en-US" smtClean="0"/>
              <a:t>08-Feb-26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3112C-3C08-483F-A5BB-3AFE9C0F1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509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DF62C-DC51-414D-97B1-CB4F56215FC9}" type="datetimeFigureOut">
              <a:rPr lang="en-US" smtClean="0"/>
              <a:t>08-Feb-26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3112C-3C08-483F-A5BB-3AFE9C0F1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84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DF62C-DC51-414D-97B1-CB4F56215FC9}" type="datetimeFigureOut">
              <a:rPr lang="en-US" smtClean="0"/>
              <a:t>08-Feb-26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3112C-3C08-483F-A5BB-3AFE9C0F1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993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DF62C-DC51-414D-97B1-CB4F56215FC9}" type="datetimeFigureOut">
              <a:rPr lang="en-US" smtClean="0"/>
              <a:t>08-Feb-26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3112C-3C08-483F-A5BB-3AFE9C0F1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536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DF62C-DC51-414D-97B1-CB4F56215FC9}" type="datetimeFigureOut">
              <a:rPr lang="en-US" smtClean="0"/>
              <a:t>08-Feb-26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3112C-3C08-483F-A5BB-3AFE9C0F1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50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DF62C-DC51-414D-97B1-CB4F56215FC9}" type="datetimeFigureOut">
              <a:rPr lang="en-US" smtClean="0"/>
              <a:t>08-Feb-26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3112C-3C08-483F-A5BB-3AFE9C0F1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820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DF62C-DC51-414D-97B1-CB4F56215FC9}" type="datetimeFigureOut">
              <a:rPr lang="en-US" smtClean="0"/>
              <a:t>08-Feb-26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3112C-3C08-483F-A5BB-3AFE9C0F1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033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DF62C-DC51-414D-97B1-CB4F56215FC9}" type="datetimeFigureOut">
              <a:rPr lang="en-US" smtClean="0"/>
              <a:t>08-Feb-26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3112C-3C08-483F-A5BB-3AFE9C0F1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072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DF62C-DC51-414D-97B1-CB4F56215FC9}" type="datetimeFigureOut">
              <a:rPr lang="en-US" smtClean="0"/>
              <a:t>08-Feb-26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3112C-3C08-483F-A5BB-3AFE9C0F1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671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DF62C-DC51-414D-97B1-CB4F56215FC9}" type="datetimeFigureOut">
              <a:rPr lang="en-US" smtClean="0"/>
              <a:t>08-Feb-26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3112C-3C08-483F-A5BB-3AFE9C0F1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568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DF62C-DC51-414D-97B1-CB4F56215FC9}" type="datetimeFigureOut">
              <a:rPr lang="en-US" smtClean="0"/>
              <a:t>08-Feb-26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3112C-3C08-483F-A5BB-3AFE9C0F1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298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3DF62C-DC51-414D-97B1-CB4F56215FC9}" type="datetimeFigureOut">
              <a:rPr lang="en-US" smtClean="0"/>
              <a:t>08-Feb-26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B3112C-3C08-483F-A5BB-3AFE9C0F1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59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49828" y="846535"/>
            <a:ext cx="1654629" cy="696686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1573" y="841280"/>
            <a:ext cx="1664352" cy="70719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3041" y="841280"/>
            <a:ext cx="1664352" cy="70719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4446" y="1010212"/>
            <a:ext cx="177654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mtClean="0">
                <a:solidFill>
                  <a:schemeClr val="bg1"/>
                </a:solidFill>
              </a:rPr>
              <a:t>Server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10727" y="1010212"/>
            <a:ext cx="177654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err="1" smtClean="0">
                <a:solidFill>
                  <a:schemeClr val="bg1"/>
                </a:solidFill>
              </a:rPr>
              <a:t>Pacijent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501558" y="1010212"/>
            <a:ext cx="177654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mtClean="0">
                <a:solidFill>
                  <a:schemeClr val="bg1"/>
                </a:solidFill>
              </a:rPr>
              <a:t>Jedinica</a:t>
            </a:r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13" name="Straight Connector 12"/>
          <p:cNvCxnSpPr>
            <a:stCxn id="4" idx="2"/>
          </p:cNvCxnSpPr>
          <p:nvPr/>
        </p:nvCxnSpPr>
        <p:spPr>
          <a:xfrm flipH="1">
            <a:off x="2177142" y="1543221"/>
            <a:ext cx="1" cy="4535362"/>
          </a:xfrm>
          <a:prstGeom prst="line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6038886" y="1543221"/>
            <a:ext cx="1" cy="4535362"/>
          </a:xfrm>
          <a:prstGeom prst="line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>
            <a:off x="9910354" y="1543221"/>
            <a:ext cx="1" cy="4535362"/>
          </a:xfrm>
          <a:prstGeom prst="line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2089042" y="2377440"/>
            <a:ext cx="156754" cy="156754"/>
          </a:xfrm>
          <a:prstGeom prst="ellipse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2098765" y="3732525"/>
            <a:ext cx="156754" cy="156754"/>
          </a:xfrm>
          <a:prstGeom prst="ellipse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1200767" y="2301928"/>
            <a:ext cx="1776549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smtClean="0">
                <a:solidFill>
                  <a:schemeClr val="tx2">
                    <a:lumMod val="75000"/>
                  </a:schemeClr>
                </a:solidFill>
              </a:rPr>
              <a:t>Pacijent 1</a:t>
            </a:r>
            <a:endParaRPr lang="en-US" sz="140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203071" y="3657013"/>
            <a:ext cx="89569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tx2">
                    <a:lumMod val="75000"/>
                  </a:schemeClr>
                </a:solidFill>
              </a:rPr>
              <a:t>Pacijent </a:t>
            </a:r>
            <a:r>
              <a:rPr lang="en-US" sz="1400" smtClean="0">
                <a:solidFill>
                  <a:schemeClr val="tx2">
                    <a:lumMod val="75000"/>
                  </a:schemeClr>
                </a:solidFill>
              </a:rPr>
              <a:t>2</a:t>
            </a:r>
            <a:endParaRPr lang="en-US" sz="1400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2255519" y="2455816"/>
            <a:ext cx="3783367" cy="0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153518" y="2206133"/>
            <a:ext cx="1776549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smtClean="0">
                <a:solidFill>
                  <a:schemeClr val="tx2">
                    <a:lumMod val="75000"/>
                  </a:schemeClr>
                </a:solidFill>
              </a:rPr>
              <a:t>zahtev(TCP):</a:t>
            </a:r>
            <a:endParaRPr lang="en-US" sz="1400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2234761" y="3823962"/>
            <a:ext cx="3783367" cy="0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151213" y="3578636"/>
            <a:ext cx="1776549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smtClean="0">
                <a:solidFill>
                  <a:schemeClr val="tx2">
                    <a:lumMod val="75000"/>
                  </a:schemeClr>
                </a:solidFill>
              </a:rPr>
              <a:t>zahtev(TCP):</a:t>
            </a:r>
            <a:endParaRPr lang="en-US" sz="140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2098765" y="5176018"/>
            <a:ext cx="156754" cy="156754"/>
          </a:xfrm>
          <a:prstGeom prst="ellipse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1204086" y="5100506"/>
            <a:ext cx="89569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tx2">
                    <a:lumMod val="75000"/>
                  </a:schemeClr>
                </a:solidFill>
              </a:rPr>
              <a:t>Pacijent </a:t>
            </a:r>
            <a:r>
              <a:rPr lang="en-US" sz="1400">
                <a:solidFill>
                  <a:schemeClr val="tx2">
                    <a:lumMod val="75000"/>
                  </a:schemeClr>
                </a:solidFill>
              </a:rPr>
              <a:t>3</a:t>
            </a:r>
            <a:endParaRPr lang="en-US" sz="1400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33" name="Straight Arrow Connector 32"/>
          <p:cNvCxnSpPr/>
          <p:nvPr/>
        </p:nvCxnSpPr>
        <p:spPr>
          <a:xfrm>
            <a:off x="2234760" y="5254394"/>
            <a:ext cx="3783367" cy="0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151213" y="5009232"/>
            <a:ext cx="1776549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smtClean="0">
                <a:solidFill>
                  <a:schemeClr val="tx2">
                    <a:lumMod val="75000"/>
                  </a:schemeClr>
                </a:solidFill>
              </a:rPr>
              <a:t>zahtev(TCP):</a:t>
            </a:r>
            <a:endParaRPr lang="en-US" sz="140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9817908" y="2840334"/>
            <a:ext cx="156754" cy="156754"/>
          </a:xfrm>
          <a:prstGeom prst="ellipse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9820254" y="3784590"/>
            <a:ext cx="156754" cy="156754"/>
          </a:xfrm>
          <a:prstGeom prst="ellipse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9828627" y="4746263"/>
            <a:ext cx="156754" cy="156754"/>
          </a:xfrm>
          <a:prstGeom prst="ellipse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/>
          <p:cNvCxnSpPr/>
          <p:nvPr/>
        </p:nvCxnSpPr>
        <p:spPr>
          <a:xfrm>
            <a:off x="6056050" y="2674101"/>
            <a:ext cx="3727531" cy="244610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915217" y="2764822"/>
            <a:ext cx="1776549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smtClean="0">
                <a:solidFill>
                  <a:schemeClr val="tx2">
                    <a:lumMod val="75000"/>
                  </a:schemeClr>
                </a:solidFill>
              </a:rPr>
              <a:t>Urgentna</a:t>
            </a:r>
            <a:endParaRPr lang="en-US" sz="140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915217" y="3709078"/>
            <a:ext cx="1776549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smtClean="0">
                <a:solidFill>
                  <a:schemeClr val="tx2">
                    <a:lumMod val="75000"/>
                  </a:schemeClr>
                </a:solidFill>
              </a:rPr>
              <a:t>Dijagnostička</a:t>
            </a:r>
            <a:endParaRPr lang="en-US" sz="140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915216" y="4670751"/>
            <a:ext cx="1776549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smtClean="0">
                <a:solidFill>
                  <a:schemeClr val="tx2">
                    <a:lumMod val="75000"/>
                  </a:schemeClr>
                </a:solidFill>
              </a:rPr>
              <a:t>Terapeutska</a:t>
            </a:r>
            <a:endParaRPr lang="en-US" sz="140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 rot="233890">
            <a:off x="7031539" y="2555794"/>
            <a:ext cx="1776549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tx2">
                    <a:lumMod val="75000"/>
                  </a:schemeClr>
                </a:solidFill>
              </a:rPr>
              <a:t>p</a:t>
            </a:r>
            <a:r>
              <a:rPr lang="en-US" sz="1400" smtClean="0">
                <a:solidFill>
                  <a:schemeClr val="tx2">
                    <a:lumMod val="75000"/>
                  </a:schemeClr>
                </a:solidFill>
              </a:rPr>
              <a:t>rosledjen zahtev:</a:t>
            </a:r>
            <a:endParaRPr lang="en-US" sz="1400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49" name="Straight Arrow Connector 48"/>
          <p:cNvCxnSpPr/>
          <p:nvPr/>
        </p:nvCxnSpPr>
        <p:spPr>
          <a:xfrm flipH="1">
            <a:off x="6059645" y="2956409"/>
            <a:ext cx="3741100" cy="419251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 rot="21205065">
            <a:off x="6312471" y="3012796"/>
            <a:ext cx="1776549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tx2">
                    <a:lumMod val="75000"/>
                  </a:schemeClr>
                </a:solidFill>
              </a:rPr>
              <a:t>p</a:t>
            </a:r>
            <a:r>
              <a:rPr lang="en-US" sz="1400" smtClean="0">
                <a:solidFill>
                  <a:schemeClr val="tx2">
                    <a:lumMod val="75000"/>
                  </a:schemeClr>
                </a:solidFill>
              </a:rPr>
              <a:t>ovratne informacije:</a:t>
            </a:r>
            <a:endParaRPr lang="en-US" sz="1400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54" name="Straight Arrow Connector 53"/>
          <p:cNvCxnSpPr/>
          <p:nvPr/>
        </p:nvCxnSpPr>
        <p:spPr>
          <a:xfrm flipH="1" flipV="1">
            <a:off x="2254506" y="2521299"/>
            <a:ext cx="3774657" cy="630145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 rot="564701">
            <a:off x="3910341" y="2709480"/>
            <a:ext cx="1776549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tx2">
                    <a:lumMod val="75000"/>
                  </a:schemeClr>
                </a:solidFill>
              </a:rPr>
              <a:t>r</a:t>
            </a:r>
            <a:r>
              <a:rPr lang="en-US" sz="1400" smtClean="0">
                <a:solidFill>
                  <a:schemeClr val="tx2">
                    <a:lumMod val="75000"/>
                  </a:schemeClr>
                </a:solidFill>
              </a:rPr>
              <a:t>eal-time status:</a:t>
            </a:r>
            <a:endParaRPr lang="en-US" sz="1400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62" name="Straight Arrow Connector 61"/>
          <p:cNvCxnSpPr/>
          <p:nvPr/>
        </p:nvCxnSpPr>
        <p:spPr>
          <a:xfrm flipV="1">
            <a:off x="6036581" y="3873921"/>
            <a:ext cx="3785189" cy="244211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 rot="21412323">
            <a:off x="6920896" y="3757318"/>
            <a:ext cx="1776549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tx2">
                    <a:lumMod val="75000"/>
                  </a:schemeClr>
                </a:solidFill>
              </a:rPr>
              <a:t>p</a:t>
            </a:r>
            <a:r>
              <a:rPr lang="en-US" sz="1400" smtClean="0">
                <a:solidFill>
                  <a:schemeClr val="tx2">
                    <a:lumMod val="75000"/>
                  </a:schemeClr>
                </a:solidFill>
              </a:rPr>
              <a:t>rosledjen zahtev:</a:t>
            </a:r>
            <a:endParaRPr lang="en-US" sz="1400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67" name="Straight Arrow Connector 66"/>
          <p:cNvCxnSpPr/>
          <p:nvPr/>
        </p:nvCxnSpPr>
        <p:spPr>
          <a:xfrm flipH="1">
            <a:off x="6045141" y="3935497"/>
            <a:ext cx="3779060" cy="850332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 rot="20834764">
            <a:off x="6378890" y="4260963"/>
            <a:ext cx="1776549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tx2">
                    <a:lumMod val="75000"/>
                  </a:schemeClr>
                </a:solidFill>
              </a:rPr>
              <a:t>p</a:t>
            </a:r>
            <a:r>
              <a:rPr lang="en-US" sz="1400" smtClean="0">
                <a:solidFill>
                  <a:schemeClr val="tx2">
                    <a:lumMod val="75000"/>
                  </a:schemeClr>
                </a:solidFill>
              </a:rPr>
              <a:t>ovratne informacije:</a:t>
            </a:r>
            <a:endParaRPr lang="en-US" sz="1400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72" name="Straight Arrow Connector 71"/>
          <p:cNvCxnSpPr/>
          <p:nvPr/>
        </p:nvCxnSpPr>
        <p:spPr>
          <a:xfrm flipH="1" flipV="1">
            <a:off x="2228916" y="3901881"/>
            <a:ext cx="3800247" cy="585601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 rot="532946">
            <a:off x="3808927" y="4044577"/>
            <a:ext cx="1776549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tx2">
                    <a:lumMod val="75000"/>
                  </a:schemeClr>
                </a:solidFill>
              </a:rPr>
              <a:t>r</a:t>
            </a:r>
            <a:r>
              <a:rPr lang="en-US" sz="1400" smtClean="0">
                <a:solidFill>
                  <a:schemeClr val="tx2">
                    <a:lumMod val="75000"/>
                  </a:schemeClr>
                </a:solidFill>
              </a:rPr>
              <a:t>eal-time status:</a:t>
            </a:r>
            <a:endParaRPr lang="en-US" sz="1400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77" name="Straight Arrow Connector 76"/>
          <p:cNvCxnSpPr>
            <a:endCxn id="37" idx="2"/>
          </p:cNvCxnSpPr>
          <p:nvPr/>
        </p:nvCxnSpPr>
        <p:spPr>
          <a:xfrm flipV="1">
            <a:off x="6036581" y="4824640"/>
            <a:ext cx="3792046" cy="166166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 rot="21412811">
            <a:off x="6906435" y="4657260"/>
            <a:ext cx="1776549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tx2">
                    <a:lumMod val="75000"/>
                  </a:schemeClr>
                </a:solidFill>
              </a:rPr>
              <a:t>p</a:t>
            </a:r>
            <a:r>
              <a:rPr lang="en-US" sz="1400" smtClean="0">
                <a:solidFill>
                  <a:schemeClr val="tx2">
                    <a:lumMod val="75000"/>
                  </a:schemeClr>
                </a:solidFill>
              </a:rPr>
              <a:t>rosledjen zahtev:</a:t>
            </a:r>
            <a:endParaRPr lang="en-US" sz="1400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82" name="Straight Arrow Connector 81"/>
          <p:cNvCxnSpPr/>
          <p:nvPr/>
        </p:nvCxnSpPr>
        <p:spPr>
          <a:xfrm flipH="1">
            <a:off x="6043313" y="4900838"/>
            <a:ext cx="3779060" cy="850332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 rot="20834764">
            <a:off x="6335687" y="5225750"/>
            <a:ext cx="1776549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tx2">
                    <a:lumMod val="75000"/>
                  </a:schemeClr>
                </a:solidFill>
              </a:rPr>
              <a:t>p</a:t>
            </a:r>
            <a:r>
              <a:rPr lang="en-US" sz="1400" smtClean="0">
                <a:solidFill>
                  <a:schemeClr val="tx2">
                    <a:lumMod val="75000"/>
                  </a:schemeClr>
                </a:solidFill>
              </a:rPr>
              <a:t>ovratne informacije:</a:t>
            </a:r>
            <a:endParaRPr lang="en-US" sz="140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4" name="TextBox 83"/>
          <p:cNvSpPr txBox="1"/>
          <p:nvPr/>
        </p:nvSpPr>
        <p:spPr>
          <a:xfrm rot="532946">
            <a:off x="4079834" y="5492835"/>
            <a:ext cx="1776549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tx2">
                    <a:lumMod val="75000"/>
                  </a:schemeClr>
                </a:solidFill>
              </a:rPr>
              <a:t>r</a:t>
            </a:r>
            <a:r>
              <a:rPr lang="en-US" sz="1400" smtClean="0">
                <a:solidFill>
                  <a:schemeClr val="tx2">
                    <a:lumMod val="75000"/>
                  </a:schemeClr>
                </a:solidFill>
              </a:rPr>
              <a:t>eal-time status:</a:t>
            </a:r>
            <a:endParaRPr lang="en-US" sz="1400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85" name="Straight Arrow Connector 84"/>
          <p:cNvCxnSpPr>
            <a:endCxn id="31" idx="5"/>
          </p:cNvCxnSpPr>
          <p:nvPr/>
        </p:nvCxnSpPr>
        <p:spPr>
          <a:xfrm flipH="1" flipV="1">
            <a:off x="2232563" y="5309816"/>
            <a:ext cx="3804018" cy="603861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1856848" y="6069139"/>
            <a:ext cx="1776549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smtClean="0">
                <a:solidFill>
                  <a:schemeClr val="tx2">
                    <a:lumMod val="75000"/>
                  </a:schemeClr>
                </a:solidFill>
              </a:rPr>
              <a:t>close()</a:t>
            </a:r>
            <a:endParaRPr lang="en-US" sz="140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5700098" y="6069138"/>
            <a:ext cx="1776549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smtClean="0">
                <a:solidFill>
                  <a:schemeClr val="tx2">
                    <a:lumMod val="75000"/>
                  </a:schemeClr>
                </a:solidFill>
              </a:rPr>
              <a:t>close()</a:t>
            </a:r>
            <a:endParaRPr lang="en-US" sz="140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9622801" y="6069138"/>
            <a:ext cx="1776549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smtClean="0">
                <a:solidFill>
                  <a:schemeClr val="tx2">
                    <a:lumMod val="75000"/>
                  </a:schemeClr>
                </a:solidFill>
              </a:rPr>
              <a:t>close()</a:t>
            </a:r>
            <a:endParaRPr lang="en-US" sz="140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6726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51</Words>
  <Application>Microsoft Office PowerPoint</Application>
  <PresentationFormat>Widescreen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</dc:creator>
  <cp:lastModifiedBy>Sara</cp:lastModifiedBy>
  <cp:revision>12</cp:revision>
  <dcterms:created xsi:type="dcterms:W3CDTF">2026-02-08T19:55:50Z</dcterms:created>
  <dcterms:modified xsi:type="dcterms:W3CDTF">2026-02-08T21:32:57Z</dcterms:modified>
</cp:coreProperties>
</file>